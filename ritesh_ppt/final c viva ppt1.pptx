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7" r:id="rId2"/>
    <p:sldId id="256" r:id="rId3"/>
    <p:sldId id="257" r:id="rId4"/>
    <p:sldId id="258" r:id="rId5"/>
    <p:sldId id="269" r:id="rId6"/>
    <p:sldId id="270" r:id="rId7"/>
    <p:sldId id="271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831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64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15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22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454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578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974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8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35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056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780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68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207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0108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5019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40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72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3619-9C57-1AF4-AAB2-02C7AFB7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7" y="669518"/>
            <a:ext cx="6798734" cy="1303867"/>
          </a:xfrm>
        </p:spPr>
        <p:txBody>
          <a:bodyPr>
            <a:normAutofit fontScale="90000"/>
          </a:bodyPr>
          <a:lstStyle/>
          <a:p>
            <a:r>
              <a:rPr lang="en-IN" dirty="0"/>
              <a:t>Rungta International Skills University (RISU)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6CEC4-4B91-0EF5-BF1F-141472866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IN" sz="2800" dirty="0"/>
              <a:t>Fundamentals with  C</a:t>
            </a:r>
          </a:p>
          <a:p>
            <a:pPr marL="0" indent="0" algn="ctr">
              <a:buNone/>
            </a:pPr>
            <a:r>
              <a:rPr lang="en-IN" sz="2800" dirty="0"/>
              <a:t> Project File .</a:t>
            </a:r>
          </a:p>
          <a:p>
            <a:endParaRPr lang="en-IN" sz="2800" dirty="0"/>
          </a:p>
          <a:p>
            <a:pPr marL="0" indent="0">
              <a:buNone/>
            </a:pPr>
            <a:r>
              <a:rPr lang="en-IN" sz="2800" dirty="0"/>
              <a:t>  Guided by :-					           Presented by :-</a:t>
            </a:r>
          </a:p>
          <a:p>
            <a:pPr marL="0" indent="0">
              <a:buNone/>
            </a:pPr>
            <a:r>
              <a:rPr lang="en-IN" sz="2800" dirty="0"/>
              <a:t>  Ms Naina Devi 				           Ritesh Sharma</a:t>
            </a:r>
          </a:p>
          <a:p>
            <a:pPr marL="0" indent="0">
              <a:buNone/>
            </a:pPr>
            <a:r>
              <a:rPr lang="en-IN" sz="2800" dirty="0"/>
              <a:t>  IBM SME 					           EPR – 11181</a:t>
            </a:r>
          </a:p>
          <a:p>
            <a:pPr marL="0" indent="0">
              <a:buNone/>
            </a:pPr>
            <a:r>
              <a:rPr lang="en-IN" sz="2800" dirty="0"/>
              <a:t>										Class – 1/B</a:t>
            </a:r>
          </a:p>
        </p:txBody>
      </p:sp>
    </p:spTree>
    <p:extLst>
      <p:ext uri="{BB962C8B-B14F-4D97-AF65-F5344CB8AC3E}">
        <p14:creationId xmlns:p14="http://schemas.microsoft.com/office/powerpoint/2010/main" val="214089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Project: Auto Generate README.md</a:t>
            </a:r>
          </a:p>
          <a:p>
            <a:pPr>
              <a:defRPr sz="2000"/>
            </a:pPr>
            <a:r>
              <a:t>Creates README using user inputs</a:t>
            </a:r>
          </a:p>
          <a:p>
            <a:pPr>
              <a:defRPr sz="2000"/>
            </a:pPr>
            <a:r>
              <a:t>Used for GitHub projects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GCC Compiler</a:t>
            </a:r>
          </a:p>
          <a:p>
            <a:pPr>
              <a:defRPr sz="2000"/>
            </a:pPr>
            <a:r>
              <a:t>VS Code</a:t>
            </a:r>
          </a:p>
          <a:p>
            <a:pPr>
              <a:defRPr sz="2000"/>
            </a:pPr>
            <a:r>
              <a:t>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Move to Project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Open source code in VS Code</a:t>
            </a:r>
          </a:p>
          <a:p>
            <a:pPr>
              <a:defRPr sz="2000"/>
            </a:pPr>
            <a:r>
              <a:t>Explain folder structure</a:t>
            </a:r>
          </a:p>
          <a:p>
            <a:pPr>
              <a:defRPr sz="2000"/>
            </a:pPr>
            <a:r>
              <a:t>Main file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222A0E5-BA1D-41D8-B161-A5BCBB381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95547" y="1043145"/>
            <a:ext cx="7456601" cy="5131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18" descr="blob:https://web.whatsapp.com/21eb5494-114f-4853-83a9-b4d63d3c15a8">
            <a:extLst>
              <a:ext uri="{FF2B5EF4-FFF2-40B4-BE49-F238E27FC236}">
                <a16:creationId xmlns:a16="http://schemas.microsoft.com/office/drawing/2014/main" id="{6A855820-A607-45CC-A7E4-E7C63A14CB04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1027522" y="391212"/>
            <a:ext cx="6798734" cy="1303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Code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4161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F0AE-2944-4890-8134-616D8CA7C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0E3F55-978E-4809-8341-AE870877E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570" y="650449"/>
            <a:ext cx="7616859" cy="5202453"/>
          </a:xfrm>
        </p:spPr>
      </p:pic>
    </p:spTree>
    <p:extLst>
      <p:ext uri="{BB962C8B-B14F-4D97-AF65-F5344CB8AC3E}">
        <p14:creationId xmlns:p14="http://schemas.microsoft.com/office/powerpoint/2010/main" val="946761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28AC4-8B60-4506-8510-6A56640E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86FEB7-9E00-4DD4-B530-F9BE270E5C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6866" y="2976364"/>
            <a:ext cx="6799262" cy="1889260"/>
          </a:xfrm>
        </p:spPr>
      </p:pic>
    </p:spTree>
    <p:extLst>
      <p:ext uri="{BB962C8B-B14F-4D97-AF65-F5344CB8AC3E}">
        <p14:creationId xmlns:p14="http://schemas.microsoft.com/office/powerpoint/2010/main" val="229752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Logic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Takes user input</a:t>
            </a:r>
          </a:p>
          <a:p>
            <a:pPr>
              <a:defRPr sz="2000"/>
            </a:pPr>
            <a:r>
              <a:t>Processes data</a:t>
            </a:r>
          </a:p>
          <a:p>
            <a:pPr>
              <a:defRPr sz="2000"/>
            </a:pPr>
            <a:r>
              <a:t>Generates README.md 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Function to accept inputs</a:t>
            </a:r>
          </a:p>
          <a:p>
            <a:pPr>
              <a:defRPr sz="2000"/>
            </a:pPr>
            <a:r>
              <a:t>Function to format README</a:t>
            </a:r>
          </a:p>
          <a:p>
            <a:pPr>
              <a:defRPr sz="2000"/>
            </a:pPr>
            <a:r>
              <a:t>Function to save 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Run the program</a:t>
            </a:r>
          </a:p>
          <a:p>
            <a:pPr>
              <a:defRPr sz="2000"/>
            </a:pPr>
            <a:r>
              <a:t>Enter inputs once</a:t>
            </a:r>
          </a:p>
          <a:p>
            <a:pPr>
              <a:defRPr sz="2000"/>
            </a:pPr>
            <a:r>
              <a:t>README generated automatically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Perform once</a:t>
            </a:r>
          </a:p>
          <a:p>
            <a:pPr>
              <a:defRPr sz="2000"/>
            </a:pPr>
            <a:r>
              <a:t>Generate output</a:t>
            </a:r>
          </a:p>
          <a:p>
            <a:pPr>
              <a:defRPr sz="2000"/>
            </a:pPr>
            <a:r>
              <a:t>Exit program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Student projects</a:t>
            </a:r>
          </a:p>
          <a:p>
            <a:pPr>
              <a:defRPr sz="2000"/>
            </a:pPr>
            <a:r>
              <a:t>Open-source repositories</a:t>
            </a:r>
          </a:p>
          <a:p>
            <a:pPr>
              <a:defRPr sz="2000"/>
            </a:pPr>
            <a:r>
              <a:t>Professional documentation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Saves time</a:t>
            </a:r>
          </a:p>
          <a:p>
            <a:pPr>
              <a:defRPr sz="2000"/>
            </a:pPr>
            <a:r>
              <a:t>Easy to use</a:t>
            </a:r>
          </a:p>
          <a:p>
            <a:pPr>
              <a:defRPr sz="2000"/>
            </a:pPr>
            <a:r>
              <a:t>Beginner friendly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GUI based generator</a:t>
            </a:r>
          </a:p>
          <a:p>
            <a:pPr>
              <a:defRPr sz="2000"/>
            </a:pPr>
            <a:r>
              <a:t>Multiple templates</a:t>
            </a:r>
          </a:p>
          <a:p>
            <a:pPr>
              <a:defRPr sz="2000"/>
            </a:pPr>
            <a:r>
              <a:t>Direct GitHub upload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CFDED-C9E2-EBC2-CF92-91EEF737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F3F33-AA9D-178F-9EC6-9F4FE8933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ctr">
              <a:buNone/>
            </a:pPr>
            <a:r>
              <a:rPr lang="en-IN" sz="66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4539675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22</TotalTime>
  <Words>184</Words>
  <Application>Microsoft Office PowerPoint</Application>
  <PresentationFormat>On-screen Show (4:3)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Garamond</vt:lpstr>
      <vt:lpstr>Organic</vt:lpstr>
      <vt:lpstr>Rungta International Skills University (RISU) </vt:lpstr>
      <vt:lpstr>Introduction</vt:lpstr>
      <vt:lpstr>Tools &amp; Technologies</vt:lpstr>
      <vt:lpstr>Move to Project Code</vt:lpstr>
      <vt:lpstr>Code </vt:lpstr>
      <vt:lpstr>PowerPoint Presentation</vt:lpstr>
      <vt:lpstr>Output </vt:lpstr>
      <vt:lpstr>Core Logic of Project</vt:lpstr>
      <vt:lpstr>Function Explanation</vt:lpstr>
      <vt:lpstr>Working of Project</vt:lpstr>
      <vt:lpstr>Execution Flow</vt:lpstr>
      <vt:lpstr>Applications</vt:lpstr>
      <vt:lpstr>Advantages</vt:lpstr>
      <vt:lpstr>Future Scope</vt:lpstr>
      <vt:lpstr>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Rungta International Skills University (RISU) </dc:title>
  <dc:subject/>
  <dc:creator>Shriram Sharma</dc:creator>
  <cp:keywords/>
  <dc:description>generated using python-pptx</dc:description>
  <cp:lastModifiedBy>asus</cp:lastModifiedBy>
  <cp:revision>4</cp:revision>
  <dcterms:created xsi:type="dcterms:W3CDTF">2013-01-27T09:14:16Z</dcterms:created>
  <dcterms:modified xsi:type="dcterms:W3CDTF">2026-01-03T06:53:09Z</dcterms:modified>
  <cp:category/>
</cp:coreProperties>
</file>